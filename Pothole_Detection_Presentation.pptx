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Raspberry Pi Pothole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ELE408 Course Project</a:t>
            </a:r>
          </a:p>
          <a:p>
            <a:r>
              <a:t>Noah Varghese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Potholes damage vehicles and create safety hazards.</a:t>
            </a:r>
          </a:p>
          <a:p>
            <a:pPr>
              <a:defRPr sz="2400"/>
            </a:pPr>
            <a:r>
              <a:t>Dashcam road imagery enables visual pothole detection.</a:t>
            </a:r>
          </a:p>
          <a:p>
            <a:pPr>
              <a:defRPr sz="2400"/>
            </a:pPr>
            <a:r>
              <a:t>Edge computing on Raspberry Pi supports low-latency, offline operation.</a:t>
            </a:r>
          </a:p>
          <a:p>
            <a:pPr>
              <a:defRPr sz="2400"/>
            </a:pPr>
            <a:r>
              <a:t>Goal: build a practical in-vehicle detector using camera + local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Detect potholes in real road scenes with an onboard camera.</a:t>
            </a:r>
          </a:p>
          <a:p>
            <a:pPr>
              <a:defRPr sz="2400"/>
            </a:pPr>
            <a:r>
              <a:t>Store pothole detection events only when confidence is high.</a:t>
            </a:r>
          </a:p>
          <a:p>
            <a:pPr>
              <a:defRPr sz="2400"/>
            </a:pPr>
            <a:r>
              <a:t>Ignore non-pothole frames to avoid unnecessary storage.</a:t>
            </a:r>
          </a:p>
          <a:p>
            <a:pPr>
              <a:defRPr sz="2400"/>
            </a:pPr>
            <a:r>
              <a:t>Notify immediately when potholes are detected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Capture one image every X seconds from Arducam.</a:t>
            </a:r>
          </a:p>
          <a:p>
            <a:pPr>
              <a:defRPr sz="2400"/>
            </a:pPr>
            <a:r>
              <a:t>Run YOLOv26n-cls inference on Raspberry Pi 5.</a:t>
            </a:r>
          </a:p>
          <a:p>
            <a:pPr>
              <a:defRPr sz="2400"/>
            </a:pPr>
            <a:r>
              <a:t>If predicted pothole: log event details in SQLite.</a:t>
            </a:r>
          </a:p>
          <a:p>
            <a:pPr>
              <a:defRPr sz="2400"/>
            </a:pPr>
            <a:r>
              <a:t>Trigger immediate alert and keep GPS extension as future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Hardware: Raspberry Pi 5 + Arducam 5MP camera.</a:t>
            </a:r>
          </a:p>
          <a:p>
            <a:pPr>
              <a:defRPr sz="2400"/>
            </a:pPr>
            <a:r>
              <a:t>Software: Python, Ultralytics YOLO, OpenCV, SQLite.</a:t>
            </a:r>
          </a:p>
          <a:p>
            <a:pPr>
              <a:defRPr sz="2400"/>
            </a:pPr>
            <a:r>
              <a:t>Services: capture, inference, database, notifier.</a:t>
            </a:r>
          </a:p>
          <a:p>
            <a:pPr>
              <a:defRPr sz="2400"/>
            </a:pPr>
            <a:r>
              <a:t>Main loop coordinates capture -&gt; classify -&gt; log event -&gt;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# main.py (runtime loop excerpt)</a:t>
            </a:r>
            <a:br/>
            <a:r>
              <a:t>image_path = capture.capture()</a:t>
            </a:r>
            <a:br/>
            <a:r>
              <a:t>prediction = infer.predict(image_path)</a:t>
            </a:r>
            <a:br/>
            <a:br/>
            <a:r>
              <a:t>if prediction["is_pothole"]:</a:t>
            </a:r>
            <a:br/>
            <a:r>
              <a:t>    db.insert_detection_event(</a:t>
            </a:r>
            <a:br/>
            <a:r>
              <a:t>        detected_at=datetime.now(tz=timezone.utc).isoformat(),</a:t>
            </a:r>
            <a:br/>
            <a:r>
              <a:t>        confidence=float(prediction["confidence"]),</a:t>
            </a:r>
            <a:br/>
            <a:r>
              <a:t>        image_id_optional=image_path.name,</a:t>
            </a:r>
            <a:br/>
            <a:r>
              <a:t>    )</a:t>
            </a:r>
            <a:br/>
            <a:r>
              <a:t>    notifier.notify(</a:t>
            </a:r>
            <a:br/>
            <a:r>
              <a:t>        f"Pothole detected (confidence={float(prediction['confidence']):.2f})"</a:t>
            </a:r>
            <a:br/>
            <a:r>
              <a:t>    )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Measured metrics: avg inference latency, frames/min, positive events saved.</a:t>
            </a:r>
          </a:p>
          <a:p>
            <a:pPr>
              <a:defRPr sz="2400"/>
            </a:pPr>
            <a:r>
              <a:t>Log parser script extracts runtime summary from detector logs.</a:t>
            </a:r>
          </a:p>
          <a:p>
            <a:pPr>
              <a:defRPr sz="2400"/>
            </a:pPr>
            <a:r>
              <a:t>Detector remained stable in repeated runs on Raspberry Pi 5.</a:t>
            </a:r>
          </a:p>
          <a:p>
            <a:pPr>
              <a:defRPr sz="2400"/>
            </a:pPr>
            <a:r>
              <a:t>Next step: add GPS geotagging and route-based precision/recall.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Demo plan: run detector in moving vehicle with live console output.</a:t>
            </a:r>
          </a:p>
          <a:p>
            <a:pPr>
              <a:defRPr sz="2400"/>
            </a:pPr>
            <a:r>
              <a:t>Show: image capture cadence, inference labels/confidence, and DB inserts.</a:t>
            </a:r>
          </a:p>
          <a:p>
            <a:pPr>
              <a:defRPr sz="2400"/>
            </a:pPr>
            <a:r>
              <a:t>Show: immediate alerts triggering for detected potholes.</a:t>
            </a:r>
          </a:p>
          <a:p>
            <a:pPr>
              <a:defRPr sz="2400"/>
            </a:pPr>
            <a:r>
              <a:t>Insert your final demo link(s) here before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Ultralytics YOLO documentation: https://docs.ultralytics.com</a:t>
            </a:r>
          </a:p>
          <a:p>
            <a:pPr>
              <a:defRPr sz="2400"/>
            </a:pPr>
            <a:r>
              <a:t>Raspberry Pi documentation: https://www.raspberrypi.com/documentation/</a:t>
            </a:r>
          </a:p>
          <a:p>
            <a:pPr>
              <a:defRPr sz="2400"/>
            </a:pPr>
            <a:r>
              <a:t>python-pptx project: https://python-pptx.readthedocs.io</a:t>
            </a:r>
          </a:p>
          <a:p>
            <a:pPr>
              <a:defRPr sz="2400"/>
            </a:pPr>
            <a:r>
              <a:t>Future extension: u-blox NEO-6M integration guides.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