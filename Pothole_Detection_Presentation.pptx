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Raspberry Pi Pothole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ELE408 Course Project</a:t>
            </a:r>
          </a:p>
          <a:p>
            <a:r>
              <a:t>Noah Varghese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Potholes damage vehicles and create safety hazards.</a:t>
            </a:r>
          </a:p>
          <a:p>
            <a:pPr>
              <a:defRPr sz="2400"/>
            </a:pPr>
            <a:r>
              <a:t>Dashcam road imagery enables visual pothole detection.</a:t>
            </a:r>
          </a:p>
          <a:p>
            <a:pPr>
              <a:defRPr sz="2400"/>
            </a:pPr>
            <a:r>
              <a:t>Edge computing on Raspberry Pi supports low-latency, offline operation.</a:t>
            </a:r>
          </a:p>
          <a:p>
            <a:pPr>
              <a:defRPr sz="2400"/>
            </a:pPr>
            <a:r>
              <a:t>Goal: build a practical in-vehicle detector using camera + GPS + local alerts.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Detect potholes in real road scenes with an onboard camera.</a:t>
            </a:r>
          </a:p>
          <a:p>
            <a:pPr>
              <a:defRPr sz="2400"/>
            </a:pPr>
            <a:r>
              <a:t>Store pothole locations only when confidence is high.</a:t>
            </a:r>
          </a:p>
          <a:p>
            <a:pPr>
              <a:defRPr sz="2400"/>
            </a:pPr>
            <a:r>
              <a:t>Ignore non-pothole frames to avoid unnecessary storage.</a:t>
            </a:r>
          </a:p>
          <a:p>
            <a:pPr>
              <a:defRPr sz="2400"/>
            </a:pPr>
            <a:r>
              <a:t>Warn drivers when approaching known potholes in real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Basic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Capture one image every X seconds from Arducam.</a:t>
            </a:r>
          </a:p>
          <a:p>
            <a:pPr>
              <a:defRPr sz="2400"/>
            </a:pPr>
            <a:r>
              <a:t>Run YOLOv26n-cls inference on Raspberry Pi 5.</a:t>
            </a:r>
          </a:p>
          <a:p>
            <a:pPr>
              <a:defRPr sz="2400"/>
            </a:pPr>
            <a:r>
              <a:t>If predicted pothole: read NEO-6M GPS fix and store in SQLite.</a:t>
            </a:r>
          </a:p>
          <a:p>
            <a:pPr>
              <a:defRPr sz="2400"/>
            </a:pPr>
            <a:r>
              <a:t>Continuously compute distance to nearest stored pothole for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Hardware: Raspberry Pi 5 + Arducam 5MP + u-blox NEO-6M (UART).</a:t>
            </a:r>
          </a:p>
          <a:p>
            <a:pPr>
              <a:defRPr sz="2400"/>
            </a:pPr>
            <a:r>
              <a:t>Software: Python, Ultralytics YOLO, OpenCV, gpsd-py3, SQLite.</a:t>
            </a:r>
          </a:p>
          <a:p>
            <a:pPr>
              <a:defRPr sz="2400"/>
            </a:pPr>
            <a:r>
              <a:t>Services: capture, inference, GPS, database, proximity, notifier.</a:t>
            </a:r>
          </a:p>
          <a:p>
            <a:pPr>
              <a:defRPr sz="2400"/>
            </a:pPr>
            <a:r>
              <a:t>Main loop coordinates capture -&gt; classify -&gt; geotag -&gt; dedup -&gt; alert.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Courier New"/>
              </a:defRPr>
            </a:pPr>
            <a:r>
              <a:t># main.py (runtime loop excerpt)</a:t>
            </a:r>
            <a:br/>
            <a:r>
              <a:t>image_path = capture.capture()</a:t>
            </a:r>
            <a:br/>
            <a:r>
              <a:t>fix = gps.get_fix()</a:t>
            </a:r>
            <a:br/>
            <a:r>
              <a:t>prediction = infer.predict(image_path)</a:t>
            </a:r>
            <a:br/>
            <a:br/>
            <a:r>
              <a:t>if prediction["is_pothole"] and fix is not None:</a:t>
            </a:r>
            <a:br/>
            <a:r>
              <a:t>    db.insert_pothole(</a:t>
            </a:r>
            <a:br/>
            <a:r>
              <a:t>        latitude=fix.latitude,</a:t>
            </a:r>
            <a:br/>
            <a:r>
              <a:t>        longitude=fix.longitude,</a:t>
            </a:r>
            <a:br/>
            <a:r>
              <a:t>        detected_at=fix.timestamp,</a:t>
            </a:r>
            <a:br/>
            <a:r>
              <a:t>        confidence=float(prediction["confidence"]),</a:t>
            </a:r>
            <a:br/>
            <a:r>
              <a:t>        image_id_optional=image_path.name,</a:t>
            </a:r>
            <a:br/>
            <a:r>
              <a:t>    )</a:t>
            </a:r>
            <a:br/>
            <a:br/>
            <a:r>
              <a:t>nearest = db.nearest_distance_m(fix.latitude, fix.longitude) if fix else None</a:t>
            </a:r>
            <a:br/>
            <a:r>
              <a:t>if proximity.should_alert(nearest):</a:t>
            </a:r>
            <a:br/>
            <a:r>
              <a:t>    notifier.notify(f"Pothole ahead in {nearest:.1f} meters.")</a:t>
            </a:r>
            <a:b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Measured metrics: avg inference latency, frames/min, GPS fix usage, potholes saved.</a:t>
            </a:r>
          </a:p>
          <a:p>
            <a:pPr>
              <a:defRPr sz="2400"/>
            </a:pPr>
            <a:r>
              <a:t>Log parser script extracts runtime summary from detector logs.</a:t>
            </a:r>
          </a:p>
          <a:p>
            <a:pPr>
              <a:defRPr sz="2400"/>
            </a:pPr>
            <a:r>
              <a:t>Dedup distance reduces repeated inserts for the same pothole pass.</a:t>
            </a:r>
          </a:p>
          <a:p>
            <a:pPr>
              <a:defRPr sz="2400"/>
            </a:pPr>
            <a:r>
              <a:t>Next step: collect route-based precision/recall from field trials.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Video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Demo plan: run detector in moving vehicle with live console output.</a:t>
            </a:r>
          </a:p>
          <a:p>
            <a:pPr>
              <a:defRPr sz="2400"/>
            </a:pPr>
            <a:r>
              <a:t>Show: image capture cadence, inference labels/confidence, and DB inserts.</a:t>
            </a:r>
          </a:p>
          <a:p>
            <a:pPr>
              <a:defRPr sz="2400"/>
            </a:pPr>
            <a:r>
              <a:t>Show: proximity alerts triggering near known pothole coordinates.</a:t>
            </a:r>
          </a:p>
          <a:p>
            <a:pPr>
              <a:defRPr sz="2400"/>
            </a:pPr>
            <a:r>
              <a:t>Insert your final demo link(s) here before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Ultralytics YOLO documentation: https://docs.ultralytics.com</a:t>
            </a:r>
          </a:p>
          <a:p>
            <a:pPr>
              <a:defRPr sz="2400"/>
            </a:pPr>
            <a:r>
              <a:t>Raspberry Pi documentation: https://www.raspberrypi.com/documentation/</a:t>
            </a:r>
          </a:p>
          <a:p>
            <a:pPr>
              <a:defRPr sz="2400"/>
            </a:pPr>
            <a:r>
              <a:t>gpsd project: https://gpsd.io/</a:t>
            </a:r>
          </a:p>
          <a:p>
            <a:pPr>
              <a:defRPr sz="2400"/>
            </a:pPr>
            <a:r>
              <a:t>u-blox NEO-6M product documentation and integration 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